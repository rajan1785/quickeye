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Arial"/>
              </a:rPr>
              <a:t>QUICKEYE  ·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F4F5"/>
                </a:solidFill>
                <a:latin typeface="Arial"/>
              </a:rPr>
              <a:t>MSMEs inspect quality by eye — and pay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1A1AA"/>
                </a:solidFill>
                <a:latin typeface="Arial"/>
              </a:rPr>
              <a:t>India has 6.3 crore MSMEs. The vast majority do quality control by human eye because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A1A1AA"/>
                </a:solidFill>
                <a:latin typeface="Arial"/>
              </a:rPr>
              <a:t>industrial vision systems (Cognex, Keyence) cost ₹15–40 lakh and need an ML engineer to set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520440" cy="18288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8328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0B981"/>
                </a:solidFill>
                <a:latin typeface="Arial"/>
              </a:rPr>
              <a:t>5–15%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1A1AA"/>
                </a:solidFill>
                <a:latin typeface="Arial"/>
              </a:rPr>
              <a:t>defect leakage from human-only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A1A1AA"/>
                </a:solidFill>
                <a:latin typeface="Arial"/>
              </a:rPr>
              <a:t>inspection at end-of-shift fatigue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108960"/>
            <a:ext cx="3520440" cy="18288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38328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0B981"/>
                </a:solidFill>
                <a:latin typeface="Arial"/>
              </a:rPr>
              <a:t>₹15–40L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1605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1A1AA"/>
                </a:solidFill>
                <a:latin typeface="Arial"/>
              </a:rPr>
              <a:t>cost of one industrial vision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A1A1AA"/>
                </a:solidFill>
                <a:latin typeface="Arial"/>
              </a:rPr>
              <a:t>station — plus integrator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108960"/>
            <a:ext cx="3520440" cy="18288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38328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0B981"/>
                </a:solidFill>
                <a:latin typeface="Arial"/>
              </a:rPr>
              <a:t>&gt;99%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1605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1A1AA"/>
                </a:solidFill>
                <a:latin typeface="Arial"/>
              </a:rPr>
              <a:t>of MSMEs run zero automated QA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A1A1AA"/>
                </a:solidFill>
                <a:latin typeface="Arial"/>
              </a:rPr>
              <a:t>across fabrication, textiles, packaging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1717A"/>
                </a:solidFill>
                <a:latin typeface="Arial"/>
              </a:rPr>
              <a:t>Customers chargeback, brands lose reputation, export/ISO audits fail. Owners know they need it. They cannot afford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Arial"/>
              </a:rPr>
              <a:t>SOLUTION  · 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F4F5"/>
                </a:solidFill>
                <a:latin typeface="Arial"/>
              </a:rPr>
              <a:t>Any phone becomes a defect detector in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1A1AA"/>
                </a:solidFill>
                <a:latin typeface="Arial"/>
              </a:rPr>
              <a:t>Worker shoots 20 OK + 20 defective units. The phone becomes the QA station for that line —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1A1AA"/>
                </a:solidFill>
                <a:latin typeface="Arial"/>
              </a:rPr>
              <a:t>no labeling, no fine-tuning, no IT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2670048" cy="22860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B981"/>
                </a:solidFill>
                <a:latin typeface="Arial"/>
              </a:rPr>
              <a:t>1  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12140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Capture 20 OK + 20 defect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photos. DINOv2 embeds them,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centroid classifier ready in 30s.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2926080"/>
            <a:ext cx="2670048" cy="22860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5616" y="315468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B981"/>
                </a:solidFill>
                <a:latin typeface="Arial"/>
              </a:rPr>
              <a:t>2  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6" y="3794760"/>
            <a:ext cx="212140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Place a unit → burst of 3 frames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→ verdict in &lt;2s with audio: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OK / DEFECT / UNCERTAIN.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2926080"/>
            <a:ext cx="2670048" cy="22860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315468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B981"/>
                </a:solidFill>
                <a:latin typeface="Arial"/>
              </a:rPr>
              <a:t>3  Arbitrate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794760"/>
            <a:ext cx="212140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GPT-5 Vision checks every call.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Upgrades missed defects,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downgrades false alarms.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2926080"/>
            <a:ext cx="2670048" cy="228600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315468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B981"/>
                </a:solidFill>
                <a:latin typeface="Arial"/>
              </a:rPr>
              <a:t>4 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3794760"/>
            <a:ext cx="212140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Dashboard: defect rate, trends,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defect-type breakdown, daily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AI shift summary (Hindi+Eng).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9E0B"/>
                </a:solidFill>
                <a:latin typeface="Arial"/>
              </a:rPr>
              <a:t>Auto Inspect mode runs hands-free on a ₹200 tripod — motion-triggered, zero clicks — built for conveyor belts.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Arial"/>
              </a:rPr>
              <a:t>TOOLS  · 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F4F5"/>
                </a:solidFill>
                <a:latin typeface="Arial"/>
              </a:rPr>
              <a:t>Cloud-first, phone-only, built with Codex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70048" cy="402336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Arial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12140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Next.js 14 PWA (App Router)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TypeScript + Tailwind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Capacitor → Android APK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Native camera capture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localStorage offline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2011680"/>
            <a:ext cx="2670048" cy="402336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6" y="224028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Arial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6" y="2880360"/>
            <a:ext cx="212140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FastAPI on Modal Labs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Mumbai region, warm container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Persistent model volume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5 REST endpoints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Per-customer auth + namespacing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011680"/>
            <a:ext cx="2670048" cy="402336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24028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Arial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880360"/>
            <a:ext cx="212140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DINOv2-base embeddings (Meta)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Centroid few-shot classifier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GPT-5.4-mini Vision agent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Structured outputs (Pydantic)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3-layer verdict arbitration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011680"/>
            <a:ext cx="2670048" cy="402336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224028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Arial"/>
              </a:rPr>
              <a:t>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2880360"/>
            <a:ext cx="212140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Vercel global CDN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GitHub Actions → auto APK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Modal deploy (persistent)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100% built with OpenAI Codex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4F4F5"/>
                </a:solidFill>
                <a:latin typeface="Arial"/>
              </a:rPr>
              <a:t>• Full build log at /journey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1717A"/>
                </a:solidFill>
                <a:latin typeface="Arial"/>
              </a:rPr>
              <a:t>Live: quickeye-omega.vercel.app   ·   Backend: Modal (Mumbai)   ·   github.com/rajan1785/quickeye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Arial"/>
              </a:rPr>
              <a:t>TARGET AUDIENCE  ·  WHO 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4F4F5"/>
                </a:solidFill>
                <a:latin typeface="Arial"/>
              </a:rPr>
              <a:t>The bottom 90% of factories Cognex ignores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486400" cy="384048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B981"/>
                </a:solidFill>
                <a:latin typeface="Arial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• Indian MSME factory owners (1–50 workers)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• Fabrication, plastic moulding, packaging,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   printing, textiles, electronics assembly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• Tier-2 / Tier-3 hubs — Bhagalpur silk, Pune,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   Coimbatore, Rajkot, Surat, Ludhiana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• Decision-maker is the owner-operator,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   not a procurement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120640" cy="3840480"/>
          </a:xfrm>
          <a:prstGeom prst="roundRect">
            <a:avLst/>
          </a:prstGeom>
          <a:solidFill>
            <a:srgbClr val="18181B"/>
          </a:solidFill>
          <a:ln w="1587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B981"/>
                </a:solidFill>
                <a:latin typeface="Arial"/>
              </a:rPr>
              <a:t>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Cognex and Keyence sell to enterprises with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ML teams. QuickEye sells to factories where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the owner IS the ML team.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The cloud-first, phone-only architecture that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incumbents would never build is exactly what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unlocks this underserved market.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4F4F5"/>
                </a:solidFill>
                <a:latin typeface="Arial"/>
              </a:rPr>
              <a:t>First pilot target: Bhagalpur silk weaving units.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1717A"/>
                </a:solidFill>
                <a:latin typeface="Arial"/>
              </a:rPr>
              <a:t>QuickEye  ·  OpenAI x Outskill AI Builders Hackathon  ·  Rajan Kumar Kushwaha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